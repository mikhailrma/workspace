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156" autoAdjust="0"/>
  </p:normalViewPr>
  <p:slideViewPr>
    <p:cSldViewPr snapToGrid="0" snapToObjects="1">
      <p:cViewPr>
        <p:scale>
          <a:sx n="125" d="100"/>
          <a:sy n="125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99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54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majkl.a@yandex.ru" TargetMode="External"/><Relationship Id="rId4" Type="http://schemas.openxmlformats.org/officeDocument/2006/relationships/hyperlink" Target="https://github.com/MikhailR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631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пользовательского поведения: Extractor SKU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37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Data-Driven подход к улучшению веб-приложения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559748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Понимание поведения пользователей является ключом к созданию успешных продуктов.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569" y="759500"/>
            <a:ext cx="12560022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Extractor SKU: Автоматизация рутинных задач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0569" y="1843802"/>
            <a:ext cx="6468785" cy="2419112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9763" y="2062996"/>
            <a:ext cx="634722" cy="634722"/>
          </a:xfrm>
          <a:prstGeom prst="roundRect">
            <a:avLst>
              <a:gd name="adj" fmla="val 14404866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308" y="2237423"/>
            <a:ext cx="285631" cy="2856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9763" y="2909292"/>
            <a:ext cx="388441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Автоматическое извлечение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59763" y="3366730"/>
            <a:ext cx="6030397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Артикулы (SKU) извлекаются из текстов и ссылок, автоматизируя монотонные операции.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0928" y="1843802"/>
            <a:ext cx="6468904" cy="2419112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40122" y="2062996"/>
            <a:ext cx="634722" cy="634722"/>
          </a:xfrm>
          <a:prstGeom prst="roundRect">
            <a:avLst>
              <a:gd name="adj" fmla="val 14404866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667" y="2237423"/>
            <a:ext cx="285631" cy="2856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0122" y="2909292"/>
            <a:ext cx="412027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Снижение времени обработки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640122" y="3366730"/>
            <a:ext cx="6030516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обработки сокращается с минут до секунд, значительно повышая эффективность.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40569" y="4474488"/>
            <a:ext cx="6468785" cy="2419112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9763" y="4693682"/>
            <a:ext cx="634722" cy="634722"/>
          </a:xfrm>
          <a:prstGeom prst="roundRect">
            <a:avLst>
              <a:gd name="adj" fmla="val 14404866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308" y="4868108"/>
            <a:ext cx="285631" cy="2856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9763" y="5539978"/>
            <a:ext cx="282975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Экспорт результатов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59763" y="5997416"/>
            <a:ext cx="6030397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легко экспортируются в формат CSV для дальнейшего анализа или использования.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0928" y="4474488"/>
            <a:ext cx="6468904" cy="2419112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40122" y="4693682"/>
            <a:ext cx="634722" cy="634722"/>
          </a:xfrm>
          <a:prstGeom prst="roundRect">
            <a:avLst>
              <a:gd name="adj" fmla="val 14404866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4667" y="4868108"/>
            <a:ext cx="285631" cy="2856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0122" y="5539978"/>
            <a:ext cx="480536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Удаление дубликатов и сортировка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7640122" y="5997416"/>
            <a:ext cx="6030516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 очистки данных гарантирует точность и удобство использования.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0569" y="7131606"/>
            <a:ext cx="13149262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цель - понять поведение пользователей для непрерывного улучшения продукта.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5058" y="541139"/>
            <a:ext cx="7766685" cy="12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Обзор ключевых метрик: Extractor SKU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5058" y="2066211"/>
            <a:ext cx="7766685" cy="1179314"/>
          </a:xfrm>
          <a:prstGeom prst="roundRect">
            <a:avLst>
              <a:gd name="adj" fmla="val 9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52198" y="2066211"/>
            <a:ext cx="91440" cy="1179314"/>
          </a:xfrm>
          <a:prstGeom prst="roundRect">
            <a:avLst>
              <a:gd name="adj" fmla="val 90389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463189" y="2285762"/>
            <a:ext cx="245983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111 визитов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63189" y="2711172"/>
            <a:ext cx="7259003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количество сессий за период анализа.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5058" y="3442216"/>
            <a:ext cx="7766685" cy="1179314"/>
          </a:xfrm>
          <a:prstGeom prst="roundRect">
            <a:avLst>
              <a:gd name="adj" fmla="val 9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52198" y="3442216"/>
            <a:ext cx="91440" cy="1179314"/>
          </a:xfrm>
          <a:prstGeom prst="roundRect">
            <a:avLst>
              <a:gd name="adj" fmla="val 90389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463189" y="3661767"/>
            <a:ext cx="245983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 пользователей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63189" y="4087178"/>
            <a:ext cx="7259003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уникальных пользователей приложения.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5058" y="4818221"/>
            <a:ext cx="7766685" cy="1494115"/>
          </a:xfrm>
          <a:prstGeom prst="roundRect">
            <a:avLst>
              <a:gd name="adj" fmla="val 734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52198" y="4818221"/>
            <a:ext cx="91440" cy="1494115"/>
          </a:xfrm>
          <a:prstGeom prst="roundRect">
            <a:avLst>
              <a:gd name="adj" fmla="val 9038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463189" y="5037773"/>
            <a:ext cx="245983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0.8% отказов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63189" y="5463183"/>
            <a:ext cx="7259003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Низкий показатель, свидетельствующий о релевантности и удобстве интерфейса.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5058" y="6509028"/>
            <a:ext cx="7766685" cy="1179314"/>
          </a:xfrm>
          <a:prstGeom prst="roundRect">
            <a:avLst>
              <a:gd name="adj" fmla="val 9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52198" y="6509028"/>
            <a:ext cx="91440" cy="1179314"/>
          </a:xfrm>
          <a:prstGeom prst="roundRect">
            <a:avLst>
              <a:gd name="adj" fmla="val 90389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463189" y="6728579"/>
            <a:ext cx="245983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89 секунд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63189" y="7153989"/>
            <a:ext cx="7259003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 продолжительность взаимодействия с приложением.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744" y="336828"/>
            <a:ext cx="7622381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Положительные результаты и области для роста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744" y="1025723"/>
            <a:ext cx="2651760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Положительные результаты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83" y="1396722"/>
            <a:ext cx="183713" cy="183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651" y="1393031"/>
            <a:ext cx="2451378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Низкий процент отказов (0.8%)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6651" y="1706761"/>
            <a:ext cx="633912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Интуитивно понятный интерфейс удерживает пользователей.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83" y="2151340"/>
            <a:ext cx="183713" cy="1837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6651" y="2147649"/>
            <a:ext cx="3464600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Оптимальное время использования (89 сек)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651" y="2461379"/>
            <a:ext cx="633912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эффективен для решения задач.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83" y="2905958"/>
            <a:ext cx="183713" cy="1837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651" y="2902268"/>
            <a:ext cx="3311843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Стабильная аудитория (27 пользователей)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26651" y="3215997"/>
            <a:ext cx="633912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Формируется ядро лояльных пользователей.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7472243" y="1025723"/>
            <a:ext cx="1837492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Области роста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8083" y="1396722"/>
            <a:ext cx="183713" cy="1837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70150" y="1393031"/>
            <a:ext cx="3122057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Слабая мобильная аудитория (2 визита)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870150" y="1706761"/>
            <a:ext cx="633912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Необходима оптимизация для мобильных устройств.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8083" y="2151340"/>
            <a:ext cx="183713" cy="1837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70150" y="2147649"/>
            <a:ext cx="3583543" cy="191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Умеренная глубина просмотра (1.3 стр/визит)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870150" y="2461379"/>
            <a:ext cx="6339126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Возможно, пользователи не исследуют все функции.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243" y="2795111"/>
            <a:ext cx="6737033" cy="6737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-3013"/>
            <a:ext cx="11359396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Визуализация данных: Ключевые инсайты</a:t>
            </a:r>
            <a:endParaRPr lang="en-US" sz="4100" dirty="0"/>
          </a:p>
        </p:txBody>
      </p:sp>
      <p:sp>
        <p:nvSpPr>
          <p:cNvPr id="8" name="Text 1"/>
          <p:cNvSpPr/>
          <p:nvPr/>
        </p:nvSpPr>
        <p:spPr>
          <a:xfrm>
            <a:off x="730329" y="7322225"/>
            <a:ext cx="13169741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Интерактивные дашборды позволяют наглядно отслеживать динамику и принимать обоснованные решения.</a:t>
            </a:r>
            <a:endParaRPr lang="en-US" sz="1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08575C-9F5F-4BB5-8D47-BBA71F40C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973"/>
            <a:ext cx="14630400" cy="66732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0318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функционала и оптимизация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07579" y="892970"/>
            <a:ext cx="45719" cy="71551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6862703" y="1012865"/>
            <a:ext cx="340162" cy="1524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7187625" y="89296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0130" y="91416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09981" y="931902"/>
            <a:ext cx="213824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инструментария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6835" y="1177052"/>
            <a:ext cx="635138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 новых функций для извлечения различных типов данных.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486019"/>
            <a:ext cx="6351389" cy="434566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27535" y="1693307"/>
            <a:ext cx="340162" cy="1524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7187625" y="1573411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0130" y="159460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82176" y="161234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Улучшение UI/UX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82176" y="1857494"/>
            <a:ext cx="635138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пользовательского интерфейса для повышения удобства и интуитивности.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76" y="2166461"/>
            <a:ext cx="6351389" cy="4345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0318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функционала и оптимизация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 flipH="1">
            <a:off x="7355559" y="114302"/>
            <a:ext cx="45719" cy="707027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6" name="Shape 12"/>
          <p:cNvSpPr/>
          <p:nvPr/>
        </p:nvSpPr>
        <p:spPr>
          <a:xfrm>
            <a:off x="6870323" y="1367134"/>
            <a:ext cx="340162" cy="1524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7" name="Shape 13"/>
          <p:cNvSpPr/>
          <p:nvPr/>
        </p:nvSpPr>
        <p:spPr>
          <a:xfrm>
            <a:off x="7210485" y="123955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52990" y="131087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232732" y="1233844"/>
            <a:ext cx="253067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Оптимизация производительности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12016" y="1432797"/>
            <a:ext cx="635138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Ускорение работы приложения для обработки больших объемов данных.</a:t>
            </a:r>
            <a:endParaRPr lang="en-US" sz="8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36" y="1978698"/>
            <a:ext cx="6351389" cy="434566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70040" y="2365055"/>
            <a:ext cx="340162" cy="1524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23" name="Shape 18"/>
          <p:cNvSpPr/>
          <p:nvPr/>
        </p:nvSpPr>
        <p:spPr>
          <a:xfrm>
            <a:off x="7230130" y="224515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72635" y="231207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7924681" y="2284093"/>
            <a:ext cx="146863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Пакетная обработка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924681" y="2529242"/>
            <a:ext cx="635138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Возможность обработки нескольких файлов или текстов одновременно.</a:t>
            </a:r>
            <a:endParaRPr lang="en-US" sz="8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81" y="2993588"/>
            <a:ext cx="6351389" cy="43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7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015" y="393621"/>
            <a:ext cx="8162092" cy="44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Достигнутые результаты и бизнес-ценность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1015" y="1198721"/>
            <a:ext cx="3551277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Выявленные ключевые метрики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01015" y="1610320"/>
            <a:ext cx="6639639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глубоко проанализировали поведение пользователей, выявив как сильные стороны, так и потенциальные области для улучшения. Это стало основой для дальнейшего развития.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28" y="2458165"/>
            <a:ext cx="5396460" cy="55091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7366" y="1198721"/>
            <a:ext cx="299847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Определенные точки роста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97366" y="1610320"/>
            <a:ext cx="6639639" cy="68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исследования позволили четко обозначить направления, в которых продукт может развиваться для максимального удовлетворения потребностей пользователей и достижения бизнес-целей.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215" y="2458165"/>
            <a:ext cx="5396458" cy="5509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116620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Стратегия развития: Data-Driven подход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55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Data-Driven подход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42880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Принимаем решения на основе объективных данных.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2909888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5297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Конкретные рекомендации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22004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Разработали четкие шаги для улучшения продукта.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2604" y="3298388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7865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Основа для A/B тестирования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72614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Создаем гипотезы и проверяем их эффективность.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4103" y="5524262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005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Развитие продукта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49544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Непрерывное совершенствование на основе обратной связи.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38230" y="5135761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Этот цикл обеспечивает постоянное улучшение и рост Extractor SKU.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740807"/>
            <a:ext cx="10512385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Roadmap: Приоритеты развития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29020" y="1808321"/>
            <a:ext cx="1646515" cy="1200150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771" y="2261830"/>
            <a:ext cx="292894" cy="2928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83775" y="2016562"/>
            <a:ext cx="3049310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Запуск новых функций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2583775" y="2466856"/>
            <a:ext cx="522970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самых востребованных возможностей.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479596" y="2998946"/>
            <a:ext cx="11317724" cy="11430"/>
          </a:xfrm>
          <a:prstGeom prst="roundRect">
            <a:avLst>
              <a:gd name="adj" fmla="val 765449"/>
            </a:avLst>
          </a:prstGeom>
          <a:solidFill>
            <a:srgbClr val="C0C1D7"/>
          </a:solidFill>
          <a:ln/>
        </p:spPr>
      </p:sp>
      <p:sp>
        <p:nvSpPr>
          <p:cNvPr id="8" name="Shape 5"/>
          <p:cNvSpPr/>
          <p:nvPr/>
        </p:nvSpPr>
        <p:spPr>
          <a:xfrm>
            <a:off x="729020" y="3112532"/>
            <a:ext cx="3293031" cy="1200150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9088" y="3566041"/>
            <a:ext cx="292894" cy="2928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30291" y="3320772"/>
            <a:ext cx="3927396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Оптимизация для мобильных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4230291" y="3771067"/>
            <a:ext cx="52418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Адаптация интерфейса под различные устройства.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126111" y="4303157"/>
            <a:ext cx="9671209" cy="11430"/>
          </a:xfrm>
          <a:prstGeom prst="roundRect">
            <a:avLst>
              <a:gd name="adj" fmla="val 765449"/>
            </a:avLst>
          </a:prstGeom>
          <a:solidFill>
            <a:srgbClr val="C0C1D7"/>
          </a:solidFill>
          <a:ln/>
        </p:spPr>
      </p:sp>
      <p:sp>
        <p:nvSpPr>
          <p:cNvPr id="13" name="Shape 9"/>
          <p:cNvSpPr/>
          <p:nvPr/>
        </p:nvSpPr>
        <p:spPr>
          <a:xfrm>
            <a:off x="729020" y="4416743"/>
            <a:ext cx="4939546" cy="1200150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2286" y="4870252"/>
            <a:ext cx="292894" cy="2928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76806" y="4624983"/>
            <a:ext cx="3716179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Повышение эффективности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5876806" y="5075277"/>
            <a:ext cx="466165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Улучшение скорости и стабильности работы.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772626" y="5607368"/>
            <a:ext cx="8024693" cy="11430"/>
          </a:xfrm>
          <a:prstGeom prst="roundRect">
            <a:avLst>
              <a:gd name="adj" fmla="val 765449"/>
            </a:avLst>
          </a:prstGeom>
          <a:solidFill>
            <a:srgbClr val="C0C1D7"/>
          </a:solidFill>
          <a:ln/>
        </p:spPr>
      </p:sp>
      <p:sp>
        <p:nvSpPr>
          <p:cNvPr id="18" name="Shape 13"/>
          <p:cNvSpPr/>
          <p:nvPr/>
        </p:nvSpPr>
        <p:spPr>
          <a:xfrm>
            <a:off x="729020" y="5720953"/>
            <a:ext cx="6586180" cy="1200150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5603" y="6174462"/>
            <a:ext cx="292894" cy="2928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23440" y="5929193"/>
            <a:ext cx="3316010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сообщества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7523440" y="6379488"/>
            <a:ext cx="610135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Привлечение новых пользователей и сбор обратной связи.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29020" y="7155418"/>
            <a:ext cx="131723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ориентирована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долгосрочное развитие и удовлетворение потребностей пользователей.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09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Контакты и дальнейшее сотрудничество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15483"/>
            <a:ext cx="35015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Рощупкин Михаил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140160"/>
            <a:ext cx="3501509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Analysis · Web Analytics · Product Development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564284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Приглашаю к сотрудничеству и новым вызовам в области анализа данных и развития продуктов.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8927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MikhailRMA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3349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majkl.a@yandex.ru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7771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Telegram: @MikhailRMA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504</Words>
  <Application>Microsoft Office PowerPoint</Application>
  <PresentationFormat>Произвольный</PresentationFormat>
  <Paragraphs>94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Inter Bold</vt:lpstr>
      <vt:lpstr>Inter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ПК Боярин</dc:creator>
  <cp:lastModifiedBy>ПК Боярин</cp:lastModifiedBy>
  <cp:revision>3</cp:revision>
  <dcterms:created xsi:type="dcterms:W3CDTF">2025-11-22T15:19:29Z</dcterms:created>
  <dcterms:modified xsi:type="dcterms:W3CDTF">2025-11-22T15:47:13Z</dcterms:modified>
</cp:coreProperties>
</file>